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EE01E1-8542-410C-9620-CB648E21EDB6}">
  <a:tblStyle styleId="{87EE01E1-8542-410C-9620-CB648E21ED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0f5f91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0f5f91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0f5f91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0f5f91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c0f5f910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c0f5f910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c0f5f91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c0f5f91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c0f5f910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c0f5f910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0f5f910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c0f5f910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0f5f910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c0f5f910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c0f5f910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c0f5f910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0f5f910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0f5f910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0f5f910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c0f5f910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0f5f910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c0f5f910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c0f5f910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c0f5f910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0f5f910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c0f5f910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0f5f910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c0f5f910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0f5f910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c0f5f910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0f5f910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0f5f910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c0f5f910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c0f5f910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Компания “Sun Bag”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Предметная область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00" y="1254850"/>
            <a:ext cx="2945349" cy="291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2250" y="1254850"/>
            <a:ext cx="2945350" cy="294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и задачи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Цель: проектирование функциональной модели АИС “Компания “Sun Bag”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Задачи: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1. Определить назначение ИС.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2. Выделить основной процесс и внешние сущности по отношению к нему.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3. Выделить потоки для внешних сущностей по отношению к основному событию (функции/процесс /работе).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4. Составить контекстную диаграмму нулевого уровня (уровень А-0).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5. Проанализировать события (функции/работы/процессы), определить связи по потокам данных между сущностями, событиями, накопителями данных.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6. Составить детализированную контекстную диаграмму (уровень А0, возможна детализация глубже на следующий уровень единичных процессов с уровня А0)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и средства выполнения проекта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Методология контекстных диаграмм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CASE - средство сайт draw.io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Назначение ИС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725200" y="1181675"/>
            <a:ext cx="369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300"/>
              <a:t>Информационная система предназначена для автоматизации деятельности компании «Sun bag»</a:t>
            </a:r>
            <a:r>
              <a:rPr b="1" lang="ru" sz="1300"/>
              <a:t>.</a:t>
            </a:r>
            <a:r>
              <a:rPr lang="ru" sz="1300"/>
              <a:t> Она обеспечивает ведение ассортимента и цен, оформление и контроль закупок у поставщиков, учет поступлений и распределение товара по магазинам, регистрацию продаж и формирование отчетности для директора, закупщика и продавцов (включая рейтинги моделей, поставщиков и показатели эффективности продавцов).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Основной процесс и внешние сущности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Основной процесс - продажа сумок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Внешние сущности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Директор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Закупщик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Продавцы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Поставщики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Магазины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Потоки внешних сущностей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Директор &gt; основной процесс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Рекомендации по ассортименту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Решения по ценам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Решения о премировании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Основной процесс &gt; директор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Отчет по продажам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Отчет по поставщикам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Отчет распределения по магазинам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Отчет по продавцам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Потоки внешних сущностей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8996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Закупщик &gt; основной процесс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Заказ поставщику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Статусы заказа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Данные о поступлении товара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Основной процесс &gt; закупщик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Отчет по поставщикам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Общий список товаров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Список заказов и статусы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Потоки внешних сущностей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Продавцы &gt; основной процесс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Данные о продажах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Наблюдения о спросе/пожелания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Основной процесс &gt; продавцы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Сумма продаж на текущую дату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Список товаров по магазинам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Потоки внешних сущностей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Поставщики &gt; основной процесс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Подтверждение заказа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Основной процесс &gt; поставщики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Заказ поставщику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Потоки внешних сущностей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Магазины &gt; основной процесс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Подтверждение приемки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Основной процесс &gt; магазины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Распределение товара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Контекстная диаграмма A-0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950" y="1170125"/>
            <a:ext cx="574010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списка событий</a:t>
            </a:r>
            <a:endParaRPr/>
          </a:p>
        </p:txBody>
      </p:sp>
      <p:graphicFrame>
        <p:nvGraphicFramePr>
          <p:cNvPr id="129" name="Google Shape;129;p25"/>
          <p:cNvGraphicFramePr/>
          <p:nvPr/>
        </p:nvGraphicFramePr>
        <p:xfrm>
          <a:off x="9525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{87EE01E1-8542-410C-9620-CB648E21EDB6}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Название процесса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Входные потоки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Выходные потоки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Управление ассортиментом и ценами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Данные о продажах (сводка спроса)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Наблюдения о спросе/пожелания продавцов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Рекомендации директора по ассортименту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Решения директора по ценам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Обновленный ассортимент / план закупок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Обновленные цены (прайс)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Отчет по продажам (рейтинг моделей)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списка событий</a:t>
            </a:r>
            <a:endParaRPr/>
          </a:p>
        </p:txBody>
      </p:sp>
      <p:graphicFrame>
        <p:nvGraphicFramePr>
          <p:cNvPr id="135" name="Google Shape;135;p26"/>
          <p:cNvGraphicFramePr/>
          <p:nvPr/>
        </p:nvGraphicFramePr>
        <p:xfrm>
          <a:off x="9525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{87EE01E1-8542-410C-9620-CB648E21EDB6}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Название процесса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Входные потоки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Выходные потоки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Продажи и оценка эффективности продавцов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Данные о продажах (модель, кол-во, цена, дата, магазин)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Наблюдения о спросе/пожелания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Решение о премировании (от директора)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Сумма продаж продавца на текущую дату</a:t>
                      </a:r>
                      <a:br>
                        <a:rPr lang="ru"/>
                      </a:br>
                      <a:r>
                        <a:rPr lang="ru"/>
                        <a:t>Отчет по продавцам (кол-во и сумма за месяц)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Рейтинг продавцов / список лучших продавцов (для премирования)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списка событий</a:t>
            </a:r>
            <a:endParaRPr/>
          </a:p>
        </p:txBody>
      </p:sp>
      <p:graphicFrame>
        <p:nvGraphicFramePr>
          <p:cNvPr id="141" name="Google Shape;141;p27"/>
          <p:cNvGraphicFramePr/>
          <p:nvPr/>
        </p:nvGraphicFramePr>
        <p:xfrm>
          <a:off x="9525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{87EE01E1-8542-410C-9620-CB648E21EDB6}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Название процесса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Входные потоки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Выходные потоки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 Распределение товара по магазинам и учет остатков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Данные о поступлении товара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Решение/правила распределения (от директора)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Подтверждение приемки (от магазинов)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Распределение товара / перемещения по магазинам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Список товаров по магазину (остатки)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Отчет по распределению товара по магазинам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Матрица списка событий</a:t>
            </a:r>
            <a:endParaRPr/>
          </a:p>
        </p:txBody>
      </p:sp>
      <p:graphicFrame>
        <p:nvGraphicFramePr>
          <p:cNvPr id="147" name="Google Shape;147;p28"/>
          <p:cNvGraphicFramePr/>
          <p:nvPr/>
        </p:nvGraphicFramePr>
        <p:xfrm>
          <a:off x="9525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{87EE01E1-8542-410C-9620-CB648E21EDB6}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Название процесса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Входные потоки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Выходные потоки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Управление поставщиками и закупками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План закупок (ассортимент, количества)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Рейтинг/данные о поставщиках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Ручная корректировка рейтинга поставщика + примечания (от директора)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Подтверждение заказа / сроки / факт поставки (от поставщиков)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Заказ поставщику (позиции, кол-во, цена, сроки)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Статусы заказа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Отчет по поставщикам (рейтинг + примечания)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Данные о поступлении товара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430000" y="275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Контекстная диаграмма A0</a:t>
            </a:r>
            <a:endParaRPr/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175" y="1255475"/>
            <a:ext cx="5706262" cy="372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В ходе проектирования функциональной модели автоматизированной информационной системы (АИС) </a:t>
            </a:r>
            <a:r>
              <a:rPr b="1" lang="ru" sz="1300">
                <a:solidFill>
                  <a:schemeClr val="dk1"/>
                </a:solidFill>
              </a:rPr>
              <a:t>«Sun bag»</a:t>
            </a:r>
            <a:r>
              <a:rPr lang="ru" sz="1300">
                <a:solidFill>
                  <a:schemeClr val="dk1"/>
                </a:solidFill>
              </a:rPr>
              <a:t> была достигнута цель разработки архитектуры системы, обеспечивающей автоматизацию ключевых бизнес-процессов компании: управление ассортиментом и ценами, учет продаж, формирование рейтингов моделей и поставщиков, распределение товара по магазинам и оценка эффективности работы продавцов.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